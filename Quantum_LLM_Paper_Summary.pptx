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Quantum LLMs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Quantum Computing to Analyze and Process Semantic Information</a:t>
            </a:r>
          </a:p>
          <a:p>
            <a:r>
              <a:t>Paper Summary Presentation</a:t>
            </a:r>
          </a:p>
          <a:p>
            <a:r>
              <a:t>Author: Timo Aukusti Laine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Explore connections between Large Language Models (LLMs) and quantum mechanics</a:t>
            </a:r>
          </a:p>
          <a:p>
            <a:pPr>
              <a:defRPr sz="1584"/>
            </a:pPr>
            <a:r>
              <a:t>Investigate whether quantum circuits can model semantic similarity</a:t>
            </a:r>
          </a:p>
          <a:p>
            <a:pPr>
              <a:defRPr sz="1584"/>
            </a:pPr>
            <a:r>
              <a:t>Reduce computational limitations of traditional LLM processing</a:t>
            </a:r>
          </a:p>
          <a:p>
            <a:pPr>
              <a:defRPr sz="1584"/>
            </a:pPr>
            <a:r>
              <a:t>Introduce complex-valued embeddings with magnitude + phase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Map semantic embeddings into quantum circuits</a:t>
            </a:r>
          </a:p>
          <a:p>
            <a:pPr>
              <a:defRPr sz="1584"/>
            </a:pPr>
            <a:r>
              <a:t>Use quantum interference and superposition to analyze meaning</a:t>
            </a:r>
          </a:p>
          <a:p>
            <a:pPr>
              <a:defRPr sz="1584"/>
            </a:pPr>
            <a:r>
              <a:t>Estimate cosine similarity using quantum measurements</a:t>
            </a:r>
          </a:p>
          <a:p>
            <a:pPr>
              <a:defRPr sz="1584"/>
            </a:pPr>
            <a:r>
              <a:t>Demonstrate experiments on real IBM quantum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Traditional embeddings use real-valued vectors</a:t>
            </a:r>
          </a:p>
          <a:p>
            <a:pPr>
              <a:defRPr sz="1584"/>
            </a:pPr>
            <a:r>
              <a:t>Cosine similarity measures semantic closeness</a:t>
            </a:r>
          </a:p>
          <a:p>
            <a:pPr>
              <a:defRPr sz="1584"/>
            </a:pPr>
            <a:r>
              <a:t>Complex embeddings add phase information</a:t>
            </a:r>
          </a:p>
          <a:p>
            <a:pPr>
              <a:defRPr sz="1584"/>
            </a:pPr>
            <a:r>
              <a:t>Potentially captures richer semantic relationships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Double-Slit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Paper compares semantic interactions to the double-slit experiment</a:t>
            </a:r>
          </a:p>
          <a:p>
            <a:pPr>
              <a:defRPr sz="1584"/>
            </a:pPr>
            <a:r>
              <a:t>Semantic contexts behave like interfering quantum waves</a:t>
            </a:r>
          </a:p>
          <a:p>
            <a:pPr>
              <a:defRPr sz="1584"/>
            </a:pPr>
            <a:r>
              <a:t>Constructive interference → semantic similarity</a:t>
            </a:r>
          </a:p>
          <a:p>
            <a:pPr>
              <a:defRPr sz="1584"/>
            </a:pPr>
            <a:r>
              <a:t>Destructive interference → semantic dissimilarity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Circuit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Hadamard gate creates superposition</a:t>
            </a:r>
          </a:p>
          <a:p>
            <a:pPr>
              <a:defRPr sz="1584"/>
            </a:pPr>
            <a:r>
              <a:t>S-gate introduces phase rotation</a:t>
            </a:r>
          </a:p>
          <a:p>
            <a:pPr>
              <a:defRPr sz="1584"/>
            </a:pPr>
            <a:r>
              <a:t>Quantum probabilities estimate cosine similarity</a:t>
            </a:r>
          </a:p>
          <a:p>
            <a:pPr>
              <a:defRPr sz="1584"/>
            </a:pPr>
            <a:r>
              <a:t>Each embedding dimension corresponds to qubit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Compared embeddings of 'dog' and 'cat'</a:t>
            </a:r>
          </a:p>
          <a:p>
            <a:pPr>
              <a:defRPr sz="1584"/>
            </a:pPr>
            <a:r>
              <a:t>Qiskit simulator closely matched theoretical calculations</a:t>
            </a:r>
          </a:p>
          <a:p>
            <a:pPr>
              <a:defRPr sz="1584"/>
            </a:pPr>
            <a:r>
              <a:t>Demonstrated feasibility of semantic similarity estimation</a:t>
            </a:r>
          </a:p>
          <a:p>
            <a:pPr>
              <a:defRPr sz="1584"/>
            </a:pPr>
            <a:r>
              <a:t>Quantum results approximated classical cosine similarity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Quantum Hardware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Used Google EmbeddingGemma sentence transformer</a:t>
            </a:r>
          </a:p>
          <a:p>
            <a:pPr>
              <a:defRPr sz="1584"/>
            </a:pPr>
            <a:r>
              <a:t>128-dimensional embeddings executed on IBM Quantum Cloud</a:t>
            </a:r>
          </a:p>
          <a:p>
            <a:pPr>
              <a:defRPr sz="1584"/>
            </a:pPr>
            <a:r>
              <a:t>Quantum cosine similarity: 0.8635</a:t>
            </a:r>
          </a:p>
          <a:p>
            <a:pPr>
              <a:defRPr sz="1584"/>
            </a:pPr>
            <a:r>
              <a:t>Classical cosine similarity: 0.8682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Current quantum hardware is noisy</a:t>
            </a:r>
          </a:p>
          <a:p>
            <a:pPr>
              <a:defRPr sz="1584"/>
            </a:pPr>
            <a:r>
              <a:t>Large embeddings require many qubits</a:t>
            </a:r>
          </a:p>
          <a:p>
            <a:pPr>
              <a:defRPr sz="1584"/>
            </a:pPr>
            <a:r>
              <a:t>Decoherence and gate errors reduce accuracy</a:t>
            </a:r>
          </a:p>
          <a:p>
            <a:pPr>
              <a:defRPr sz="1584"/>
            </a:pPr>
            <a:r>
              <a:t>Quantum advantage is not yet practical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Quantum-enhanced NLP and semantic search</a:t>
            </a:r>
          </a:p>
          <a:p>
            <a:pPr>
              <a:defRPr sz="1584"/>
            </a:pPr>
            <a:r>
              <a:t>Hybrid quantum-classical language models</a:t>
            </a:r>
          </a:p>
          <a:p>
            <a:pPr>
              <a:defRPr sz="1584"/>
            </a:pPr>
            <a:r>
              <a:t>Quantum kernels and variational algorithms</a:t>
            </a:r>
          </a:p>
          <a:p>
            <a:pPr>
              <a:defRPr sz="1584"/>
            </a:pPr>
            <a:r>
              <a:t>Potential reduction in GPU dependence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Paper demonstrates a conceptual bridge between LLMs and quantum mechanics</a:t>
            </a:r>
          </a:p>
          <a:p>
            <a:pPr>
              <a:defRPr sz="1584"/>
            </a:pPr>
            <a:r>
              <a:t>Quantum circuits can approximate semantic similarity</a:t>
            </a:r>
          </a:p>
          <a:p>
            <a:pPr>
              <a:defRPr sz="1584"/>
            </a:pPr>
            <a:r>
              <a:t>Research remains exploratory but promising</a:t>
            </a:r>
          </a:p>
          <a:p>
            <a:pPr>
              <a:defRPr sz="1584"/>
            </a:pPr>
            <a:r>
              <a:t>Future advances in quantum hardware may unlock new NLP capabilities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Semantic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quantum_semantic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